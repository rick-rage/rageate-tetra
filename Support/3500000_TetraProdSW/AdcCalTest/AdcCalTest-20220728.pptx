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7" r:id="rId9"/>
    <p:sldId id="262" r:id="rId10"/>
    <p:sldId id="266" r:id="rId11"/>
    <p:sldId id="265" r:id="rId12"/>
    <p:sldId id="264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72FE6-E19D-33AC-1DE5-4D637C62E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94174-43F7-804B-1BAE-A0BFB953E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4884C-3050-779A-9D87-519B8EF5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403B1-E80B-AE85-09E9-CE5BE3CE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048F6-2E78-A65E-2C9E-38FF2C32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CB348-45D2-64A3-2AF2-715324E7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CE13-6248-6476-3381-86D0CD22D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3234B-0937-7A69-6C80-C5F5432E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E105D-3281-14C9-F8FE-5B4831B1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3606B-DDE6-774A-24AD-3A85E5E8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3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BCFB-4210-8198-A2B2-E37304FDD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AD756-D002-63FF-734D-77A548921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DCF36-3C70-51A2-63F4-FD8921D8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57D6-883E-2BF1-DB78-0A4D0FBB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B10E-3954-0134-64D2-2FDD3839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7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B19FE-ADC4-E9FB-40AC-CFDD61D8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4C6AB-63E3-07D1-3FE0-0DD3EF9AB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1A5D1-8411-4E3B-5DFF-F6131A11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C242E-D4F8-4509-518C-8510C79E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19E0A-DD27-D19D-BD4E-96AE6F87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087DC-9142-42B9-1289-61F91C04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BE3F7-06B0-E451-B9A5-99387352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E537D-E5B0-0540-9272-5E9503600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14E0-3585-4699-E282-ECF51B3CB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942B5-F1E7-2966-C792-194BB6C96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F8169-38FC-D655-26D4-3F00A12D8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83EA07-8460-6241-C42C-0D9984FE2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F1CFE1-6596-555D-7E41-33C9F148A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1721F6-6B53-D5D3-FFBC-67904B71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50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F7E0-40A6-A477-6186-E9417E64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CBD0A-ED3A-EAA0-672F-1C968BFB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A24CE-5A2E-D832-BBAC-9BDB9908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B8FBC-0A95-BB75-C33A-757BCED3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26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F91E3-1AFA-9681-838C-7F1ABCA99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3E51A-D883-4431-3CBE-AD87B2DB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E91C6-3CDC-23D2-F451-B6045A23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6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24D5-7ECF-C856-1013-658E9518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A7026-FD21-749F-51DF-18512DAF9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FBFCA-E31D-B52F-C3A1-6C5676540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C2277-4850-2C75-646D-31BD2BDC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C826B-76A1-66C4-DE06-874584E2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8468F-2426-0BC3-4C5E-557233B9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0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9CC4-35C9-9FCF-4589-B93A7F70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124CA-7FD3-433B-528C-2CE4FB781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E9233-F19D-50A9-6F78-ED2E90F01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5F7FC-21C2-DC73-2F6B-9039E04A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6A6D7-031F-1D7B-0D85-C0E64313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ABA23-0BAB-09DF-1BD5-0A38F6C0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7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45C3E-3A75-4BDE-9D2C-9419978E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D3270-BF68-581E-E089-F76823790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7CFF-3613-64F9-02B0-129E72672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C9412-F861-7CD6-9A86-19E84A24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7347E-4289-18BE-9FC2-673A3D1C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B0DEA0-66C6-B226-63D8-39217E423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E928F-B65B-EF90-EAD1-3DFB143B2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C4A8-0702-44B6-D031-8659BACF6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01F27-199E-BBD3-D64A-B12FE879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54BB7-8466-9072-9654-92E929DF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38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47B1C-7BD4-C2FF-EEFD-2902920D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BD7C8-A00A-3636-DD40-999756708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9C286-1E53-75D5-DCC5-273396039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C0CCF-3FE0-4C35-B24E-E44A0B9E4FC1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FEEBC-9216-0BD8-21AD-2247F767A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60208-54CA-F093-48FD-F7B2A7998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F7116-C696-4389-B6EB-CF43CE28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C3599-DB4E-435D-8941-B6FA9D9831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AdcCalTest</a:t>
            </a:r>
            <a:r>
              <a:rPr lang="en-US" dirty="0"/>
              <a:t> Data</a:t>
            </a:r>
            <a:br>
              <a:rPr lang="en-US" dirty="0"/>
            </a:br>
            <a:r>
              <a:rPr lang="en-US" dirty="0"/>
              <a:t>taken on 7/28/2022</a:t>
            </a:r>
            <a:br>
              <a:rPr lang="en-US" dirty="0"/>
            </a:br>
            <a:r>
              <a:rPr lang="en-US" dirty="0"/>
              <a:t>by Rick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9F563-9981-6245-FBEB-1F572A871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61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5518-20D7-EB88-F010-99EE0901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Code in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A1701-72A1-ADC3-DE2E-D8ABA23ACA6A}"/>
              </a:ext>
            </a:extLst>
          </p:cNvPr>
          <p:cNvSpPr txBox="1"/>
          <p:nvPr/>
        </p:nvSpPr>
        <p:spPr>
          <a:xfrm>
            <a:off x="2504982" y="1935332"/>
            <a:ext cx="71820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// Find the high-point of the segment with the greatest slope where the</a:t>
            </a:r>
          </a:p>
          <a:p>
            <a:r>
              <a:rPr lang="en-US" sz="1200" dirty="0"/>
              <a:t>// high point is positive</a:t>
            </a:r>
          </a:p>
          <a:p>
            <a:r>
              <a:rPr lang="en-US" sz="1200" dirty="0"/>
              <a:t>int16_t d0;</a:t>
            </a:r>
          </a:p>
          <a:p>
            <a:r>
              <a:rPr lang="en-US" sz="1200" dirty="0"/>
              <a:t>int16_t slope;</a:t>
            </a:r>
          </a:p>
          <a:p>
            <a:r>
              <a:rPr lang="en-US" sz="1200" dirty="0"/>
              <a:t>int16_t data = *d++;</a:t>
            </a:r>
          </a:p>
          <a:p>
            <a:r>
              <a:rPr lang="en-US" sz="1200" dirty="0"/>
              <a:t>d = samples;</a:t>
            </a:r>
          </a:p>
          <a:p>
            <a:r>
              <a:rPr lang="en-US" sz="1200" dirty="0"/>
              <a:t>int ix = 0;</a:t>
            </a:r>
          </a:p>
          <a:p>
            <a:r>
              <a:rPr lang="en-US" sz="1200" dirty="0"/>
              <a:t>int16_t mx = 0;</a:t>
            </a:r>
          </a:p>
          <a:p>
            <a:r>
              <a:rPr lang="en-US" sz="1200" dirty="0"/>
              <a:t>data = *d++;</a:t>
            </a:r>
          </a:p>
          <a:p>
            <a:r>
              <a:rPr lang="en-US" sz="1200" dirty="0"/>
              <a:t>for (</a:t>
            </a:r>
            <a:r>
              <a:rPr lang="en-US" sz="1200" dirty="0" err="1"/>
              <a:t>i</a:t>
            </a:r>
            <a:r>
              <a:rPr lang="en-US" sz="1200" dirty="0"/>
              <a:t> = 1;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 err="1"/>
              <a:t>nadc</a:t>
            </a:r>
            <a:r>
              <a:rPr lang="en-US" sz="1200" dirty="0"/>
              <a:t>; </a:t>
            </a:r>
            <a:r>
              <a:rPr lang="en-US" sz="1200" dirty="0" err="1"/>
              <a:t>i</a:t>
            </a:r>
            <a:r>
              <a:rPr lang="en-US" sz="1200" dirty="0"/>
              <a:t>++) {</a:t>
            </a:r>
          </a:p>
          <a:p>
            <a:r>
              <a:rPr lang="en-US" sz="1200" dirty="0"/>
              <a:t>	// Find the slope between the previous point and the current point</a:t>
            </a:r>
          </a:p>
          <a:p>
            <a:r>
              <a:rPr lang="en-US" sz="1200" dirty="0"/>
              <a:t>	d0 = data;</a:t>
            </a:r>
          </a:p>
          <a:p>
            <a:r>
              <a:rPr lang="en-US" sz="1200" dirty="0"/>
              <a:t>	data = *d++;</a:t>
            </a:r>
          </a:p>
          <a:p>
            <a:r>
              <a:rPr lang="en-US" sz="1200" dirty="0"/>
              <a:t>	slope = data - d0;</a:t>
            </a:r>
          </a:p>
          <a:p>
            <a:r>
              <a:rPr lang="en-US" sz="1200" dirty="0"/>
              <a:t>	// If the </a:t>
            </a:r>
            <a:r>
              <a:rPr lang="en-US" sz="1200" dirty="0" err="1"/>
              <a:t>curent</a:t>
            </a:r>
            <a:r>
              <a:rPr lang="en-US" sz="1200" dirty="0"/>
              <a:t> data is positive and the slope is greatest so far</a:t>
            </a:r>
          </a:p>
          <a:p>
            <a:r>
              <a:rPr lang="en-US" sz="1200" dirty="0"/>
              <a:t>	if ((data &gt; 0) &amp;&amp; (slope &gt; mx)) {</a:t>
            </a:r>
          </a:p>
          <a:p>
            <a:r>
              <a:rPr lang="en-US" sz="1200" dirty="0"/>
              <a:t>		// Store the slope and the index</a:t>
            </a:r>
          </a:p>
          <a:p>
            <a:r>
              <a:rPr lang="en-US" sz="1200" dirty="0"/>
              <a:t>		mx = slope;</a:t>
            </a:r>
          </a:p>
          <a:p>
            <a:r>
              <a:rPr lang="en-US" sz="1200" dirty="0"/>
              <a:t>		ix = </a:t>
            </a:r>
            <a:r>
              <a:rPr lang="en-US" sz="1200" dirty="0" err="1"/>
              <a:t>i</a:t>
            </a:r>
            <a:r>
              <a:rPr lang="en-US" sz="1200" dirty="0"/>
              <a:t>;</a:t>
            </a:r>
          </a:p>
          <a:p>
            <a:r>
              <a:rPr lang="en-US" sz="1200" dirty="0"/>
              <a:t>	}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4158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5EF2A-2365-6D09-6CDC-A91B235A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code in AdcCalTest.py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E8858-0596-6B47-4118-362669A0D011}"/>
              </a:ext>
            </a:extLst>
          </p:cNvPr>
          <p:cNvSpPr txBox="1"/>
          <p:nvPr/>
        </p:nvSpPr>
        <p:spPr>
          <a:xfrm>
            <a:off x="1704513" y="2139518"/>
            <a:ext cx="85669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d1 = signal[0]</a:t>
            </a:r>
          </a:p>
          <a:p>
            <a:r>
              <a:rPr lang="en-US" dirty="0"/>
              <a:t>ix = 0</a:t>
            </a:r>
          </a:p>
          <a:p>
            <a:r>
              <a:rPr lang="en-US" dirty="0"/>
              <a:t>mx = 0</a:t>
            </a:r>
          </a:p>
          <a:p>
            <a:r>
              <a:rPr lang="en-US" dirty="0" err="1"/>
              <a:t>i</a:t>
            </a:r>
            <a:r>
              <a:rPr lang="en-US" dirty="0"/>
              <a:t> = 1</a:t>
            </a:r>
          </a:p>
          <a:p>
            <a:r>
              <a:rPr lang="en-US" dirty="0"/>
              <a:t>for d in signal[1:]:</a:t>
            </a:r>
          </a:p>
          <a:p>
            <a:r>
              <a:rPr lang="en-US" dirty="0"/>
              <a:t>    d0 = d1</a:t>
            </a:r>
          </a:p>
          <a:p>
            <a:r>
              <a:rPr lang="en-US" dirty="0"/>
              <a:t>    d1 = d</a:t>
            </a:r>
          </a:p>
          <a:p>
            <a:r>
              <a:rPr lang="en-US" dirty="0"/>
              <a:t>    slope = d1 - d0</a:t>
            </a:r>
          </a:p>
          <a:p>
            <a:r>
              <a:rPr lang="en-US" dirty="0"/>
              <a:t>    if (d1 &gt; 0) and (slope &gt; mx):</a:t>
            </a:r>
          </a:p>
          <a:p>
            <a:r>
              <a:rPr lang="en-US" dirty="0"/>
              <a:t>        mx = slope</a:t>
            </a:r>
          </a:p>
          <a:p>
            <a:r>
              <a:rPr lang="en-US" dirty="0"/>
              <a:t>        ix =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 += 1</a:t>
            </a:r>
          </a:p>
          <a:p>
            <a:r>
              <a:rPr lang="en-US" dirty="0"/>
              <a:t>print("mx", round(mx), "ix", ix)</a:t>
            </a:r>
          </a:p>
        </p:txBody>
      </p:sp>
    </p:spTree>
    <p:extLst>
      <p:ext uri="{BB962C8B-B14F-4D97-AF65-F5344CB8AC3E}">
        <p14:creationId xmlns:p14="http://schemas.microsoft.com/office/powerpoint/2010/main" val="279933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4593B2-D0EE-6525-C974-BFFC7C13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26F321-A233-6113-EBFD-B05793E8B5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2518 ix 316</a:t>
            </a:r>
          </a:p>
          <a:p>
            <a:r>
              <a:rPr lang="en-US" dirty="0"/>
              <a:t>mx 2091 ix 316</a:t>
            </a:r>
          </a:p>
          <a:p>
            <a:r>
              <a:rPr lang="en-US" dirty="0"/>
              <a:t>mx 1998 ix 316</a:t>
            </a:r>
          </a:p>
          <a:p>
            <a:r>
              <a:rPr lang="en-US" dirty="0"/>
              <a:t>mx 1810 ix 317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ABC3E95-4D76-0A40-DEA2-F0DFB22BDE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419161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7B05-D11C-BFF5-C238-6E9421CD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6D0C-55A4-FA49-2C1C-81C0E06014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2045 ix 316</a:t>
            </a:r>
          </a:p>
          <a:p>
            <a:r>
              <a:rPr lang="en-US" dirty="0"/>
              <a:t>mx 1941 ix 315</a:t>
            </a:r>
          </a:p>
          <a:p>
            <a:r>
              <a:rPr lang="en-US" dirty="0"/>
              <a:t>mx 1780 ix 315</a:t>
            </a:r>
          </a:p>
          <a:p>
            <a:r>
              <a:rPr lang="en-US" dirty="0"/>
              <a:t>mx 1903 ix 316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C1A71F-916E-8927-C87D-7CB840DD52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389794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FA7A-A46E-42E1-A3FD-288CBE4A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F1A92-7EA8-72AC-12C5-3CAE82F6D8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2814 ix 316</a:t>
            </a:r>
          </a:p>
          <a:p>
            <a:r>
              <a:rPr lang="en-US" dirty="0"/>
              <a:t>mx 2234 ix 316</a:t>
            </a:r>
          </a:p>
          <a:p>
            <a:r>
              <a:rPr lang="en-US" dirty="0"/>
              <a:t>mx 2127 ix 316</a:t>
            </a:r>
          </a:p>
          <a:p>
            <a:r>
              <a:rPr lang="en-US" dirty="0"/>
              <a:t>mx 2174 ix 316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50AB68D-3601-13BA-5B85-1EEE475816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54251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A400-18C7-430D-E0A7-01EA1949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25DF7-9CD6-DF13-ADF0-94D76C3516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2894 ix 316</a:t>
            </a:r>
          </a:p>
          <a:p>
            <a:r>
              <a:rPr lang="en-US" dirty="0"/>
              <a:t>mx 2188 ix 316</a:t>
            </a:r>
          </a:p>
          <a:p>
            <a:r>
              <a:rPr lang="en-US" dirty="0"/>
              <a:t>mx 2645 ix 316</a:t>
            </a:r>
          </a:p>
          <a:p>
            <a:r>
              <a:rPr lang="en-US" dirty="0"/>
              <a:t>mx 1887 ix 316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B285F93-B33F-A214-B7C4-8612AEF8AB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395542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13ED-1093-A9DE-5F13-C70883296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8FC9F-EDC2-C3CE-A650-3D84C1EC5C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2263 ix 316</a:t>
            </a:r>
          </a:p>
          <a:p>
            <a:r>
              <a:rPr lang="en-US" dirty="0"/>
              <a:t>mx 2863 ix 316</a:t>
            </a:r>
          </a:p>
          <a:p>
            <a:r>
              <a:rPr lang="en-US" dirty="0"/>
              <a:t>mx 2069 ix 316</a:t>
            </a:r>
          </a:p>
          <a:p>
            <a:r>
              <a:rPr lang="en-US" dirty="0"/>
              <a:t>mx 1994 ix 315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EA7020-51C1-5859-D94F-03160C0856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77662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2023-377D-3E48-DDE3-99DB6CB3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827D-1693-0B96-6FF8-5E96547194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1892 ix 315</a:t>
            </a:r>
          </a:p>
          <a:p>
            <a:r>
              <a:rPr lang="en-US" dirty="0"/>
              <a:t>mx 2034 ix 316</a:t>
            </a:r>
          </a:p>
          <a:p>
            <a:r>
              <a:rPr lang="en-US" dirty="0"/>
              <a:t>mx 2986 ix 316</a:t>
            </a:r>
          </a:p>
          <a:p>
            <a:r>
              <a:rPr lang="en-US" dirty="0"/>
              <a:t>mx 1893 ix 316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12CA4A-A36B-6A61-6A7D-FC3206B67B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1342260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482C8-7FD9-5436-D618-ADCFF863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96EA-607B-75D6-72E2-EEE5A888E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2096 ix 316</a:t>
            </a:r>
          </a:p>
          <a:p>
            <a:r>
              <a:rPr lang="en-US" dirty="0"/>
              <a:t>mx 2054 ix 316</a:t>
            </a:r>
          </a:p>
          <a:p>
            <a:r>
              <a:rPr lang="en-US" dirty="0"/>
              <a:t>mx 1975 ix 316</a:t>
            </a:r>
          </a:p>
          <a:p>
            <a:r>
              <a:rPr lang="en-US" dirty="0"/>
              <a:t>mx 2974 ix 316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5BA4B5-43C9-FDFF-6222-A512E68BE4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716701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DEC8-66A1-5751-DA2B-7090E6B2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B5B8-5E9A-FD15-327D-4FAB61BC0C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2232 ix 315</a:t>
            </a:r>
          </a:p>
          <a:p>
            <a:r>
              <a:rPr lang="en-US" dirty="0"/>
              <a:t>mx 1991 ix 315</a:t>
            </a:r>
          </a:p>
          <a:p>
            <a:r>
              <a:rPr lang="en-US" dirty="0"/>
              <a:t>mx 1990 ix 315</a:t>
            </a:r>
          </a:p>
          <a:p>
            <a:r>
              <a:rPr lang="en-US" dirty="0"/>
              <a:t>mx 2639 ix 316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677510-D391-105D-1CED-5E60D2E225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3498287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8198-DB7E-139A-8D27-CA8E2C85B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22C16-FF9D-1D41-D0D9-5925BB88A8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2149 ix 315</a:t>
            </a:r>
          </a:p>
          <a:p>
            <a:r>
              <a:rPr lang="en-US" dirty="0"/>
              <a:t>mx 1986 ix 315</a:t>
            </a:r>
          </a:p>
          <a:p>
            <a:r>
              <a:rPr lang="en-US" dirty="0"/>
              <a:t>mx 2069 ix 316</a:t>
            </a:r>
          </a:p>
          <a:p>
            <a:r>
              <a:rPr lang="en-US" dirty="0"/>
              <a:t>mx 2093 ix 316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5B1C15-754B-616A-D4E3-6E28F57A9F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294609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01F0-290A-8005-1410-9D89F054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5890F-5D9E-4DFA-C983-0623FCC26A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mx 1978 ix 316</a:t>
            </a:r>
          </a:p>
          <a:p>
            <a:r>
              <a:rPr lang="en-US" dirty="0"/>
              <a:t>mx 3059 ix 316</a:t>
            </a:r>
          </a:p>
          <a:p>
            <a:r>
              <a:rPr lang="en-US" dirty="0"/>
              <a:t>mx 1838 ix 315</a:t>
            </a:r>
          </a:p>
          <a:p>
            <a:r>
              <a:rPr lang="en-US" dirty="0"/>
              <a:t>mx 2466 ix 316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494C4A-DF76-8BE2-8700-EA8F26A5A1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4515" y="1825625"/>
            <a:ext cx="5116969" cy="4351338"/>
          </a:xfrm>
        </p:spPr>
      </p:pic>
    </p:spTree>
    <p:extLst>
      <p:ext uri="{BB962C8B-B14F-4D97-AF65-F5344CB8AC3E}">
        <p14:creationId xmlns:p14="http://schemas.microsoft.com/office/powerpoint/2010/main" val="3167032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408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AdcCalTest Data taken on 7/28/2022 by Rick</vt:lpstr>
      <vt:lpstr>C Code in modules</vt:lpstr>
      <vt:lpstr>Python code in AdcCalTest.py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 Wolverton</dc:creator>
  <cp:lastModifiedBy>Glen Wolverton</cp:lastModifiedBy>
  <cp:revision>3</cp:revision>
  <dcterms:created xsi:type="dcterms:W3CDTF">2022-07-28T15:54:23Z</dcterms:created>
  <dcterms:modified xsi:type="dcterms:W3CDTF">2022-07-28T16:19:00Z</dcterms:modified>
</cp:coreProperties>
</file>